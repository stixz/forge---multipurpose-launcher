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EB Garamond Medium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BGaramondMedium-bold.fntdata"/><Relationship Id="rId16" Type="http://schemas.openxmlformats.org/officeDocument/2006/relationships/font" Target="fonts/EBGaramond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EBGaramond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46e28b4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46e28b4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46e28b4d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46e28b4d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46e28b4d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46e28b4d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46e28b4d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46e28b4d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46e28b4d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46e28b4d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6e28b4d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46e28b4d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6e28b4d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6e28b4d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46e28b4d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46e28b4d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46e28b4d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46e28b4d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" name="Google Shape;1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" name="Google Shape;3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/>
        </p:nvSpPr>
        <p:spPr>
          <a:xfrm>
            <a:off x="1974925" y="145850"/>
            <a:ext cx="52830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EB Garamond Medium"/>
                <a:ea typeface="EB Garamond Medium"/>
                <a:cs typeface="EB Garamond Medium"/>
                <a:sym typeface="EB Garamond Medium"/>
              </a:rPr>
              <a:t>Forge: </a:t>
            </a:r>
            <a:r>
              <a:rPr lang="en" sz="2700">
                <a:latin typeface="EB Garamond Medium"/>
                <a:ea typeface="EB Garamond Medium"/>
                <a:cs typeface="EB Garamond Medium"/>
                <a:sym typeface="EB Garamond Medium"/>
              </a:rPr>
              <a:t>Multipurpose Launcher</a:t>
            </a:r>
            <a:br>
              <a:rPr lang="en" sz="2700"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r>
              <a:rPr i="1" lang="en" sz="1300">
                <a:solidFill>
                  <a:schemeClr val="dk1"/>
                </a:solidFill>
              </a:rPr>
              <a:t>A customizable desktop command center for faster daily workflows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8" name="Google Shape;48;p13"/>
          <p:cNvSpPr txBox="1"/>
          <p:nvPr/>
        </p:nvSpPr>
        <p:spPr>
          <a:xfrm>
            <a:off x="2672500" y="4675475"/>
            <a:ext cx="4315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Launch faster. Organize smarter. Recover safely.</a:t>
            </a:r>
            <a:endParaRPr sz="1600"/>
          </a:p>
        </p:txBody>
      </p:sp>
      <p:pic>
        <p:nvPicPr>
          <p:cNvPr id="49" name="Google Shape;49;p13" title="Screenshot 2026-04-03 1344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925" y="924325"/>
            <a:ext cx="5283000" cy="376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/>
        </p:nvSpPr>
        <p:spPr>
          <a:xfrm>
            <a:off x="2486475" y="210950"/>
            <a:ext cx="47994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EB Garamond Medium"/>
                <a:ea typeface="EB Garamond Medium"/>
                <a:cs typeface="EB Garamond Medium"/>
                <a:sym typeface="EB Garamond Medium"/>
              </a:rPr>
              <a:t>Problem and Opportunity</a:t>
            </a:r>
            <a:endParaRPr sz="25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55" name="Google Shape;55;p14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EB Garamond Medium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Daily context switching wastes time and focus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EB Garamond Medium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Existing launchers are often rigid or shallow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EB Garamond Medium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Users need one place for apps, links, and routine actions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EB Garamond Medium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Opportunity: combine speed, customization, and resilience in one desktop tool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56" name="Google Shape;56;p14" title="Screenshot 2026-04-03 1349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98050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Product Overview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Desktop launcher built with Electron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Supports multiple app targets in one interface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Profiles separate layouts by context (work, gaming, etc.)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Designed for both mouse-first and keyboard-first users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63" name="Google Shape;63;p15" title="Screenshot 2026-04-03 1352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Core User Experience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Tile-based launcher with drag-and-drop ordering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Category rail for quick filterin</a:t>
            </a: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g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Real-time search by name, category, and description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Command palette for fast actions and navigation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70" name="Google Shape;70;p16" title="Screenshot 2026-04-03 1357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App Types and Profiles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Supported app types: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Web URLs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Local executables/folders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Steam app launch targets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Profiles let users switch complete app sets instantly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App editor supports create/edit/delete with streamlined fields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77" name="Google Shape;77;p17" title="Screenshot 2026-04-03 1352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Accessibility and Keyboard System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83" name="Google Shape;83;p18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Arrow-key navigation in category rail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Settings tabs support ArrowUp/Down, Home/End, Enter/Space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Focus trap in modal dialogs to keep navigation predictable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Theme preset thumbnails support Left/Right + Enter/Space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84" name="Google Shape;84;p18" title="Screenshot 2026-04-03 1411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Settings and Personalization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Tabbed settings architecture for clear organization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Forge-themed default palette (ember/coal/iron direction)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Full color customization (background, accent, text, hover/glow)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Reset-to-default theme action for quick recovery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91" name="Google Shape;91;p19" title="Screenshot 2026-04-03 1411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Theme Preset Workflow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Save/apply/delete theme presets (max 3)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Visual thumbnail previews for each preset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Dropdown + thumbnail sync for consistent UX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Safe preset merge logic prevents field-loss regressions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98" name="Google Shape;98;p20" title="Screenshot 2026-04-03 1414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Data Safety and Recovery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Encrypted config storage in desktop runtime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Auto backup created before config writes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Backup retention cap for storage control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- In-settings restore flow via backup list and import preview (replace/merge)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105" name="Google Shape;105;p21" title="Screenshot 2026-04-03 1417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2188850" y="145825"/>
            <a:ext cx="4845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EB Garamond Medium"/>
                <a:ea typeface="EB Garamond Medium"/>
                <a:cs typeface="EB Garamond Medium"/>
                <a:sym typeface="EB Garamond Medium"/>
              </a:rPr>
              <a:t>Health, Beta Status, and Next Steps</a:t>
            </a:r>
            <a:endParaRPr sz="2400"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151900" y="1109338"/>
            <a:ext cx="4036800" cy="3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Health checks detect broken local paths</a:t>
            </a:r>
            <a:b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“Fix Path” button on broken tiles jumps directly to the app path edito</a:t>
            </a: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r</a:t>
            </a:r>
            <a:b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Current beta package ready for family/friend testing</a:t>
            </a:r>
            <a:b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Next steps: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Collect tester feedback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Prioritize UX refinements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latin typeface="EB Garamond Medium"/>
                <a:ea typeface="EB Garamond Medium"/>
                <a:cs typeface="EB Garamond Medium"/>
                <a:sym typeface="EB Garamond Medium"/>
              </a:rPr>
              <a:t>Plan office/work toolkit spinoff on same framework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112" name="Google Shape;112;p22" title="Screenshot 2026-04-03 1419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100" y="1060825"/>
            <a:ext cx="4650501" cy="3668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